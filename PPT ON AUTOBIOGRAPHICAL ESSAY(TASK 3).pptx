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4" y="32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652AC-8581-485E-8E1E-10FC86C0BB1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9256D-71A6-428F-93B8-3E9663C6752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096C8A1-5CD5-4C92-B71C-5E052B636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3B0F4E8-CF46-4987-BC77-47EE2E3F14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10E40AD-5145-4FC0-AF60-33C04C7E29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34183F4-864D-4003-83A0-2D9226448F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0DD82B3-F35C-43B0-882A-1BF332B459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6BF5B17-00BF-4D52-8F73-F151C09338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8566319-3D64-4B99-9004-4AAE982ECD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BF5B672-2F4F-47DA-8FD3-9EBE442787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879ED35-AD96-4B5C-A358-17B18ECAF50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77222A6-8165-4A57-A79C-64BA11C6E9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821C947-E7C6-437C-AF2D-AC4DCE2171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407CDA8-545C-4619-AFCA-13224510B6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B149820-8E54-44EB-B5E8-5537FB0DA0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D7FF2-845F-41B9-944F-35B90659B7D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1065408"/>
          </a:xfrm>
        </p:spPr>
        <p:txBody>
          <a:bodyPr/>
          <a:lstStyle/>
          <a:p>
            <a:r>
              <a:rPr lang="en-US" sz="4400" b="1"/>
              <a:t>AUTOBIOGRAPHICAL ESSAY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Name: </a:t>
            </a:r>
            <a:r>
              <a:rPr lang="en-US"/>
              <a:t>Nancy Mwende Mulwa</a:t>
            </a:r>
          </a:p>
          <a:p>
            <a:r>
              <a:rPr lang="en-US" b="1"/>
              <a:t>Reg No:</a:t>
            </a:r>
            <a:r>
              <a:rPr lang="en-US"/>
              <a:t> C027-01-1027/2022</a:t>
            </a:r>
          </a:p>
          <a:p>
            <a:r>
              <a:rPr lang="en-US" b="1"/>
              <a:t>Course:</a:t>
            </a:r>
            <a:r>
              <a:rPr lang="en-US"/>
              <a:t> BBIT 4.2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INTRODUCTION</a:t>
            </a:r>
            <a:endParaRPr b="1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t>My name is Nancy Mwende Mulwa, a Kenyan citizen born on 28th January 2005</a:t>
            </a:r>
          </a:p>
          <a:p>
            <a:r>
              <a:t>I was raised by both parents in a disciplined and education-oriented family</a:t>
            </a:r>
          </a:p>
          <a:p>
            <a:r>
              <a:t>My parents are teachers who greatly influenced my academic and moral development</a:t>
            </a:r>
          </a:p>
          <a:p>
            <a:r>
              <a:t>Grew up valuing education, discipline, responsibility, and hard work</a:t>
            </a:r>
          </a:p>
          <a:p>
            <a:r>
              <a:t>Developed early interest in learning, problem-solving, and technology</a:t>
            </a:r>
          </a:p>
          <a:p>
            <a:r>
              <a:t>My life journey reflects continuous growth, learning, and resilience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/>
              <a:t>FAMILY BACKGROUND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t>I come from a family of six siblings</a:t>
            </a:r>
          </a:p>
          <a:p>
            <a:r>
              <a:t>I am the last-born in the family</a:t>
            </a:r>
          </a:p>
          <a:p>
            <a:r>
              <a:t>Growing up taught me cooperation, patience, sharing, and teamwork</a:t>
            </a:r>
          </a:p>
          <a:p>
            <a:r>
              <a:t>Learned responsibility through family roles and shared duties</a:t>
            </a:r>
          </a:p>
          <a:p>
            <a:r>
              <a:t>Family environment emphasized unity, discipline, and mutual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/>
              <a:t>FAMILY ECONOMIC BACKGROUND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t>My family is medium-income and relied on hard work and planning</a:t>
            </a:r>
          </a:p>
          <a:p>
            <a:r>
              <a:t>Education was treated as an investment, not a burden</a:t>
            </a:r>
          </a:p>
          <a:p>
            <a:r>
              <a:t>Parents made sacrifices to ensure quality education for all children</a:t>
            </a:r>
          </a:p>
          <a:p>
            <a:r>
              <a:t>School fees were sometimes challenging to pay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/>
              <a:t>FAMILY WORK ETHIC &amp; ENTREPRENEURSHIP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t>Family actively involved in gardening and farming</a:t>
            </a:r>
          </a:p>
          <a:p>
            <a:r>
              <a:t>Gardening was part of daily routine, not optional</a:t>
            </a:r>
          </a:p>
          <a:p>
            <a:r>
              <a:t>Learned value of labor, consistency, and self-reliance</a:t>
            </a:r>
          </a:p>
          <a:p>
            <a:r>
              <a:t>Parents engaged in multiple businesses:</a:t>
            </a:r>
          </a:p>
          <a:p>
            <a:r>
              <a:t>Hardware business</a:t>
            </a:r>
          </a:p>
          <a:p>
            <a:r>
              <a:t>Petrol station</a:t>
            </a:r>
          </a:p>
          <a:p>
            <a:r>
              <a:t>Rental houses</a:t>
            </a:r>
          </a:p>
          <a:p>
            <a:r>
              <a:t>Inspired me to be versatile and resourceful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/>
              <a:t>RELIGIOUS LIFE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t>Raised with strong Christian values</a:t>
            </a:r>
          </a:p>
          <a:p>
            <a:r>
              <a:t>Regular attendance of Sunday school</a:t>
            </a:r>
          </a:p>
          <a:p>
            <a:r>
              <a:t>Learned obedience, discipline, and moral uprightness</a:t>
            </a:r>
          </a:p>
          <a:p>
            <a:r>
              <a:t>Faith influenced my character and decision-making</a:t>
            </a:r>
            <a:endParaRPr lang="en-US"/>
          </a:p>
          <a:p>
            <a:r>
              <a:rPr lang="en-US"/>
              <a:t>Studied in Catholic-sponsored schools</a:t>
            </a:r>
          </a:p>
          <a:p>
            <a:r>
              <a:rPr lang="en-US"/>
              <a:t>Learned discipline, order, and respect for authority</a:t>
            </a:r>
          </a:p>
          <a:p>
            <a:r>
              <a:rPr lang="en-US"/>
              <a:t>Developed tolerance and respect for different beliefs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/>
              <a:t>EARLY LIFE &amp; </a:t>
            </a:r>
            <a:r>
              <a:rPr lang="en-US" b="1"/>
              <a:t>PRIMARY </a:t>
            </a:r>
            <a:r>
              <a:rPr b="1"/>
              <a:t>EDUCATION</a:t>
            </a:r>
            <a:r>
              <a:t> 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838200" y="1027907"/>
            <a:ext cx="10515600" cy="5149056"/>
          </a:xfrm>
        </p:spPr>
        <p:txBody>
          <a:bodyPr/>
          <a:lstStyle/>
          <a:p/>
          <a:p>
            <a:r>
              <a:t>Comes from an education-focused family of six siblings</a:t>
            </a:r>
          </a:p>
          <a:p>
            <a:r>
              <a:t>Last-born, learned cooperation, patience, sharing, and teamwork</a:t>
            </a:r>
          </a:p>
          <a:p>
            <a:r>
              <a:t>Family environment emphasized unity, discipline, and mutual support</a:t>
            </a:r>
          </a:p>
          <a:p>
            <a:r>
              <a:t>Encouraged to attend school early and take academics seriously</a:t>
            </a:r>
          </a:p>
          <a:p>
            <a:r>
              <a:t>Parents closely monitored academic progress and study habits</a:t>
            </a:r>
          </a:p>
          <a:p>
            <a:r>
              <a:t>Developed strong responsibility through shared family roles and duties</a:t>
            </a:r>
          </a:p>
          <a:p>
            <a:r>
              <a:t>Early upbringing shaped resilience, adaptability, and self-belief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/>
              <a:t>SECONDARY SCHOOL LIFE &amp; TRANSITION EXPERIENCE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838200" y="559104"/>
            <a:ext cx="10515600" cy="5617859"/>
          </a:xfrm>
        </p:spPr>
        <p:txBody>
          <a:bodyPr/>
          <a:lstStyle/>
          <a:p/>
          <a:p/>
          <a:p>
            <a:r>
              <a:t>Joined Thitani Girls’ Secondary School (2018–2022); learning period extended due to the COVID-19 pandemic</a:t>
            </a:r>
          </a:p>
          <a:p>
            <a:r>
              <a:t>Developed strong discipline, responsibility, self-motivation, and academic focus</a:t>
            </a:r>
          </a:p>
          <a:p>
            <a:r>
              <a:t>Mathematics became a core strength, leading to academic excellence</a:t>
            </a:r>
          </a:p>
          <a:p>
            <a:r>
              <a:t>Served as a Mathematics Champion (Form 2–4), assisting fellow students and representing the school academically</a:t>
            </a:r>
          </a:p>
          <a:p>
            <a:r>
              <a:t>Actively involved in basketball, competing up to regional level, enhancing teamwork and resilience</a:t>
            </a:r>
          </a:p>
          <a:p>
            <a:r>
              <a:t>Family discipline played a key role: structured study routines, organized holiday tuition, and limited leisure time</a:t>
            </a:r>
          </a:p>
          <a:p/>
          <a:p>
            <a:r>
              <a:t>After secondary school, transitioned into teaching at Kamusiliu Mixed Day Secondary School for two terms</a:t>
            </a:r>
          </a:p>
          <a:p/>
          <a:p>
            <a:r>
              <a:t>Taught Mathematics and Biology, gaining first-hand experience in lesson planning, classroom management, communication, leadership, patience, adaptability, and time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/>
              <a:t>UNIVERSITY EDUCATION &amp; ACADEMIC EXPERIENCE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838200" y="1171488"/>
            <a:ext cx="10515600" cy="5005475"/>
          </a:xfrm>
        </p:spPr>
        <p:txBody>
          <a:bodyPr/>
          <a:lstStyle/>
          <a:p/>
          <a:p>
            <a:r>
              <a:t>Joined Dedan Kimathi University of Technology, pursuing BSc in Business Information Technology</a:t>
            </a:r>
          </a:p>
          <a:p>
            <a:r>
              <a:t>Developed independence, self-discipline, and personal responsibility</a:t>
            </a:r>
          </a:p>
          <a:p>
            <a:r>
              <a:t>Gained exposure to integration of business and information technology</a:t>
            </a:r>
          </a:p>
          <a:p>
            <a:r>
              <a:t>Studied key areas including programming, networking, databases, systems analysis, and software development</a:t>
            </a:r>
          </a:p>
          <a:p>
            <a:r>
              <a:t>Built strong academic writing, research, and documentation skills</a:t>
            </a:r>
          </a:p>
          <a:p>
            <a:r>
              <a:t>Participated in hackathons and practical labs, enhancing innovation and hands-on learning</a:t>
            </a:r>
          </a:p>
          <a:p>
            <a:r>
              <a:t>Strengthened problem-solving, critical thinking, teamwork, and collaboration skills</a:t>
            </a:r>
          </a:p>
          <a:p/>
          <a:p>
            <a:r>
              <a:t>Adopted effective study strategies: group discussions, active participation in lectures and labs, and maintaining positive relationships with lecturers and assistants</a:t>
            </a:r>
          </a:p>
          <a:p/>
          <a:p>
            <a:r>
              <a:t>Maintained consistent academic performance with no failed university examinations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0"/>
            <a:ext cx="10515600" cy="1690688"/>
          </a:xfrm>
        </p:spPr>
        <p:txBody>
          <a:bodyPr/>
          <a:lstStyle/>
          <a:p>
            <a:pPr algn="ctr"/>
            <a:r>
              <a:rPr b="1"/>
              <a:t>CHALLENGES FACED &amp; HOW I OVERCAME THEM</a:t>
            </a:r>
          </a:p>
          <a:p>
            <a:pPr algn="ctr"/>
            <a:endParaRPr b="1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838200" y="1032311"/>
            <a:ext cx="10515600" cy="6355502"/>
          </a:xfrm>
        </p:spPr>
        <p:txBody>
          <a:bodyPr/>
          <a:lstStyle/>
          <a:p>
            <a:r>
              <a:t>Experienced early academic failure in the first KCPE attempt, which tested confidence and resilience</a:t>
            </a:r>
          </a:p>
          <a:p>
            <a:r>
              <a:t>Faced financial constraints, requiring discipline and focus on priorities</a:t>
            </a:r>
          </a:p>
          <a:p>
            <a:r>
              <a:t>Endured COVID-19 disruptions, adapting to uncertainty and extended learning periods</a:t>
            </a:r>
          </a:p>
          <a:p>
            <a:r>
              <a:t>Managed a heavy academic workload alongside high expectations</a:t>
            </a:r>
          </a:p>
          <a:p>
            <a:r>
              <a:t>Felt pressure from a high-achieving family, which demanded consistent performance</a:t>
            </a:r>
          </a:p>
          <a:p>
            <a:r>
              <a:t>Overcame these challenges through perseverance, discipline, and self-belief</a:t>
            </a:r>
          </a:p>
          <a:p>
            <a:r>
              <a:t>Repeated KCPE and significantly improved performance, proving resilience and determination</a:t>
            </a:r>
          </a:p>
          <a:p>
            <a:r>
              <a:t>Practiced effective time management, teamwork, and group study</a:t>
            </a:r>
          </a:p>
          <a:p/>
          <a:p>
            <a:r>
              <a:t>Maintained a positive mindset, strong faith, and commitment to personal growth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005454"/>
          </a:xfrm>
        </p:spPr>
        <p:txBody>
          <a:bodyPr/>
          <a:lstStyle/>
          <a:p>
            <a:pPr algn="ctr"/>
            <a:r>
              <a:rPr b="1"/>
              <a:t>INDUSTRIAL ATTACHMENT EXPERIENCE </a:t>
            </a:r>
          </a:p>
          <a:p>
            <a:endParaRPr b="1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838200" y="934885"/>
            <a:ext cx="10515600" cy="5923115"/>
          </a:xfrm>
        </p:spPr>
        <p:txBody>
          <a:bodyPr/>
          <a:lstStyle/>
          <a:p/>
          <a:p>
            <a:r>
              <a:t>Completed Internal Attachment at Dedan Kimathi University of Technology (8 weeks)</a:t>
            </a:r>
          </a:p>
          <a:p>
            <a:r>
              <a:t>Software installation, configuration, and troubleshooting</a:t>
            </a:r>
          </a:p>
          <a:p>
            <a:r>
              <a:t>Hardware maintenance and basic repairs</a:t>
            </a:r>
          </a:p>
          <a:p>
            <a:r>
              <a:t>Networking setup, security management, and system support</a:t>
            </a:r>
          </a:p>
          <a:p>
            <a:r>
              <a:t>Gained strong hands-on ICT and technical support experience</a:t>
            </a:r>
          </a:p>
          <a:p>
            <a:r>
              <a:t>Completed External Attachment at Jomo Kenyatta International Airport – JKIA (3 months)</a:t>
            </a:r>
          </a:p>
          <a:p>
            <a:r>
              <a:t>ICT support and end-user troubleshooting</a:t>
            </a:r>
          </a:p>
          <a:p>
            <a:r>
              <a:t>Flight Information Display System (FIDS) maintenance</a:t>
            </a:r>
          </a:p>
          <a:p>
            <a:r>
              <a:t>VNC remote desktop support for desktops and display screens</a:t>
            </a:r>
          </a:p>
          <a:p/>
          <a:p>
            <a:r>
              <a:t>Networking support and ICT asset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-330765"/>
            <a:ext cx="10515600" cy="2021453"/>
          </a:xfrm>
        </p:spPr>
        <p:txBody>
          <a:bodyPr/>
          <a:lstStyle/>
          <a:p>
            <a:pPr algn="ctr"/>
            <a:r>
              <a:rPr b="1"/>
              <a:t>SKILLS &amp; VALUES LEARNT</a:t>
            </a:r>
          </a:p>
          <a:p>
            <a:pPr algn="ctr"/>
            <a:endParaRPr b="1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838200" y="169406"/>
            <a:ext cx="10515600" cy="6007557"/>
          </a:xfrm>
        </p:spPr>
        <p:txBody>
          <a:bodyPr/>
          <a:lstStyle/>
          <a:p/>
          <a:p>
            <a:r>
              <a:t>Technical skills:</a:t>
            </a:r>
          </a:p>
          <a:p>
            <a:r>
              <a:t>Programming</a:t>
            </a:r>
          </a:p>
          <a:p>
            <a:r>
              <a:t>Networking</a:t>
            </a:r>
          </a:p>
          <a:p>
            <a:r>
              <a:t>Database management</a:t>
            </a:r>
          </a:p>
          <a:p>
            <a:r>
              <a:t>Professional values:</a:t>
            </a:r>
          </a:p>
          <a:p>
            <a:r>
              <a:t>Discipline</a:t>
            </a:r>
          </a:p>
          <a:p>
            <a:r>
              <a:t>Teamwork</a:t>
            </a:r>
          </a:p>
          <a:p>
            <a:r>
              <a:t>Integrity</a:t>
            </a:r>
          </a:p>
          <a:p>
            <a:r>
              <a:t>Leadership</a:t>
            </a:r>
          </a:p>
          <a:p>
            <a:r>
              <a:t>Continuous learning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0"/>
            <a:ext cx="10515600" cy="1161811"/>
          </a:xfrm>
        </p:spPr>
        <p:txBody>
          <a:bodyPr/>
          <a:lstStyle/>
          <a:p>
            <a:pPr algn="ctr"/>
            <a:r>
              <a:rPr b="1"/>
              <a:t>CONCLUSION &amp; PERSONAL REFLECTION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838200" y="155488"/>
            <a:ext cx="10515600" cy="6021475"/>
          </a:xfrm>
        </p:spPr>
        <p:txBody>
          <a:bodyPr/>
          <a:lstStyle/>
          <a:p/>
          <a:p/>
          <a:p>
            <a:r>
              <a:t>Journey marked by growth and resilience</a:t>
            </a:r>
          </a:p>
          <a:p>
            <a:r>
              <a:t>Grateful to parents, teachers, and mentors</a:t>
            </a:r>
          </a:p>
          <a:p>
            <a:r>
              <a:t>Challenges shaped my character</a:t>
            </a:r>
          </a:p>
          <a:p>
            <a:r>
              <a:t>Determined to succeed and give back to society</a:t>
            </a:r>
          </a:p>
          <a:p>
            <a:r>
              <a:t>Future-focused, disciplined, and goal-oriented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Mobile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NANCY MWENDE MULWA</dc:creator>
  <cp:lastModifiedBy>NANCY MWENDE MULWA</cp:lastModifiedBy>
  <cp:revision>1</cp:revision>
  <dcterms:created xsi:type="dcterms:W3CDTF">2026-01-16T21:20:24Z</dcterms:created>
  <dcterms:modified xsi:type="dcterms:W3CDTF">2026-01-16T21:50:50Z</dcterms:modified>
</cp:coreProperties>
</file>