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BC72-22E0-6F63-05B1-3FE6F293F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 SMARTSHIFT MANAGEMENT – INNOVATION IN EMPLOYEE AND ORGANIZATIONAL MANAGEMENT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211EA-B2EE-24B6-66A7-3E8F3D55C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NAME: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NANCY MWENDE MULWA</a:t>
            </a: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REGISTRATION NO.: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C027-01-1027/2022</a:t>
            </a: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COURSE: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BBIT 4.2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18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F7F8-2025-FFC5-79C2-6C78844A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99245"/>
            <a:ext cx="9905998" cy="252425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INTRODUCTION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What is Smart Shift Management?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4BB3-0F27-0161-1A30-950A4E9A7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Smart Shift is an </a:t>
            </a:r>
            <a:r>
              <a:rPr lang="en-US" b="1" dirty="0"/>
              <a:t>integrated digital platform</a:t>
            </a:r>
            <a:r>
              <a:rPr lang="en-US" dirty="0"/>
              <a:t> designed to automate organizational processes.</a:t>
            </a:r>
          </a:p>
          <a:p>
            <a:pPr lvl="0"/>
            <a:r>
              <a:rPr lang="en-US" dirty="0"/>
              <a:t>Combines </a:t>
            </a:r>
            <a:r>
              <a:rPr lang="en-US" b="1" dirty="0"/>
              <a:t>payroll, attendance, shift management, employee self-service, patient admissions, reports, and notifications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Designed to </a:t>
            </a:r>
            <a:r>
              <a:rPr lang="en-US" b="1" dirty="0"/>
              <a:t>reduce inefficiencies</a:t>
            </a:r>
            <a:r>
              <a:rPr lang="en-US" dirty="0"/>
              <a:t>, such as manual record keeping, delayed salary processing, and lack of centralized information.</a:t>
            </a:r>
          </a:p>
          <a:p>
            <a:pPr lvl="0"/>
            <a:r>
              <a:rPr lang="en-US" dirty="0"/>
              <a:t>Enables </a:t>
            </a:r>
            <a:r>
              <a:rPr lang="en-US" b="1" dirty="0"/>
              <a:t>real-time access</a:t>
            </a:r>
            <a:r>
              <a:rPr lang="en-US" dirty="0"/>
              <a:t> for employees, managers, and administrators.</a:t>
            </a:r>
          </a:p>
          <a:p>
            <a:pPr lvl="0"/>
            <a:r>
              <a:rPr lang="en-US" dirty="0"/>
              <a:t>Example: Staff can check their shifts, download </a:t>
            </a:r>
            <a:r>
              <a:rPr lang="en-US" dirty="0" err="1"/>
              <a:t>payslips</a:t>
            </a:r>
            <a:r>
              <a:rPr lang="en-US" dirty="0"/>
              <a:t>, and view notices from management instantly.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3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1163F-3D0B-56E8-C5A0-2930EB95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1118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CORE FEATURES OF SMARTSHIFT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Employee Self-Service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AD52A-5D99-6667-AF3A-40287D43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View personal work schedules and assigned shifts.</a:t>
            </a:r>
          </a:p>
          <a:p>
            <a:pPr lvl="0"/>
            <a:r>
              <a:rPr lang="en-US" dirty="0"/>
              <a:t>Download pay slips and review salary details.</a:t>
            </a:r>
          </a:p>
          <a:p>
            <a:pPr lvl="0"/>
            <a:r>
              <a:rPr lang="en-US" dirty="0"/>
              <a:t>Check attendance records and leave balances.</a:t>
            </a:r>
          </a:p>
          <a:p>
            <a:pPr lvl="0"/>
            <a:r>
              <a:rPr lang="en-US" dirty="0"/>
              <a:t>Access internal notices from management or HR.</a:t>
            </a:r>
          </a:p>
          <a:p>
            <a:pPr lvl="0"/>
            <a:r>
              <a:rPr lang="en-US" dirty="0"/>
              <a:t>Apply for bursaries or financial support through the platform.</a:t>
            </a:r>
          </a:p>
          <a:p>
            <a:pPr lvl="0"/>
            <a:r>
              <a:rPr lang="en-US" dirty="0"/>
              <a:t>Example: A teacher can log in to see shift schedules, download pay slips, and view bursary application updates.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59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59D4-5D3C-743B-F492-9A01C50D5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22792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ATTENDANCE AND SHIFT MANAGEMENT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Automated Attendance Tracking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C862-7286-08B0-5807-718E9908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Tracks check-ins and check-outs with timestamps.</a:t>
            </a:r>
          </a:p>
          <a:p>
            <a:pPr lvl="0"/>
            <a:r>
              <a:rPr lang="en-US" dirty="0"/>
              <a:t>Automatically calculates working hours, overtime, and night shifts.</a:t>
            </a:r>
          </a:p>
          <a:p>
            <a:pPr lvl="0"/>
            <a:r>
              <a:rPr lang="en-US" dirty="0"/>
              <a:t>Administrators can assign, swap, or update shifts efficiently.</a:t>
            </a:r>
          </a:p>
          <a:p>
            <a:pPr lvl="0"/>
            <a:r>
              <a:rPr lang="en-US" dirty="0"/>
              <a:t>Reduces human errors in attendance and shift planning.</a:t>
            </a:r>
          </a:p>
          <a:p>
            <a:r>
              <a:rPr lang="en-US" dirty="0"/>
              <a:t>Example: Hospital staff can be assigned day or night shifts, and the system automatically adjusts payroll</a:t>
            </a:r>
          </a:p>
        </p:txBody>
      </p:sp>
    </p:spTree>
    <p:extLst>
      <p:ext uri="{BB962C8B-B14F-4D97-AF65-F5344CB8AC3E}">
        <p14:creationId xmlns:p14="http://schemas.microsoft.com/office/powerpoint/2010/main" val="371174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EB15-4B15-FC92-58FB-9CFDD696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1633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PAYROLL MANAGEMENT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Automated Payroll Functions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4177-038D-76AC-3B79-45B94C4D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Calculates salaries based on hours worked, overtime, night shifts, and deductions.</a:t>
            </a:r>
          </a:p>
          <a:p>
            <a:pPr lvl="0"/>
            <a:r>
              <a:rPr lang="en-US" dirty="0"/>
              <a:t>Integrates leave, absences, and bonus adjustments.</a:t>
            </a:r>
          </a:p>
          <a:p>
            <a:pPr lvl="0"/>
            <a:r>
              <a:rPr lang="en-US" dirty="0"/>
              <a:t>Generates detailed payroll reports for management review.</a:t>
            </a:r>
          </a:p>
          <a:p>
            <a:pPr lvl="0"/>
            <a:r>
              <a:rPr lang="en-US" dirty="0"/>
              <a:t>Ensures transparency and accuracy, reducing payroll disputes.</a:t>
            </a:r>
          </a:p>
          <a:p>
            <a:r>
              <a:rPr lang="en-US" dirty="0"/>
              <a:t>Example: An employee working extra hours during a holiday sees automatic updates in salary without manual intervention</a:t>
            </a:r>
          </a:p>
        </p:txBody>
      </p:sp>
    </p:spTree>
    <p:extLst>
      <p:ext uri="{BB962C8B-B14F-4D97-AF65-F5344CB8AC3E}">
        <p14:creationId xmlns:p14="http://schemas.microsoft.com/office/powerpoint/2010/main" val="1463426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4061-326C-4023-43C3-6CEACCF0E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227922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REPORTS AND DATA ANALYTICS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Comprehensive Reporting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731B5-32D5-AA79-CE17-F352E5DFB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Generates reports on attendance, payroll, shifts, and employee performance.</a:t>
            </a:r>
          </a:p>
          <a:p>
            <a:pPr lvl="0"/>
            <a:r>
              <a:rPr lang="en-US" dirty="0"/>
              <a:t>Enables management to monitor organizational performance and identify trends.</a:t>
            </a:r>
          </a:p>
          <a:p>
            <a:pPr lvl="0"/>
            <a:r>
              <a:rPr lang="en-US" dirty="0"/>
              <a:t>Reports can be exported for audits, compliance, or strategic decision-making.</a:t>
            </a:r>
          </a:p>
          <a:p>
            <a:pPr lvl="0"/>
            <a:r>
              <a:rPr lang="en-US" dirty="0"/>
              <a:t>Example: HR can generate a monthly attendance report to identify absenteeism trends.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22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EB88-2C17-D7CE-C6A6-4887802F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224059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PATIENT ADMISSION AND RECORD MANAGEMENT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Hospital/Clinic Integration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E21E-5E00-360C-461F-E65C58157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Allows staff to admit patients digitally, record vital information, and assign doctors.</a:t>
            </a:r>
          </a:p>
          <a:p>
            <a:pPr lvl="0"/>
            <a:r>
              <a:rPr lang="en-US" dirty="0"/>
              <a:t>Tracks patient history, treatment schedules, and discharge details.</a:t>
            </a:r>
          </a:p>
          <a:p>
            <a:pPr lvl="0"/>
            <a:r>
              <a:rPr lang="en-US" dirty="0"/>
              <a:t>Integrates with staff scheduling to ensure doctors and nurses are available for assigned patients.</a:t>
            </a:r>
          </a:p>
          <a:p>
            <a:r>
              <a:rPr lang="en-US" dirty="0"/>
              <a:t>Example: A clinic nurse admits a patient in seconds, automatically notifying the assigned doctor and recording patient details</a:t>
            </a:r>
          </a:p>
        </p:txBody>
      </p:sp>
    </p:spTree>
    <p:extLst>
      <p:ext uri="{BB962C8B-B14F-4D97-AF65-F5344CB8AC3E}">
        <p14:creationId xmlns:p14="http://schemas.microsoft.com/office/powerpoint/2010/main" val="1803509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7F68-83C5-F382-9B94-B5A128DD6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25347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INTERNAL NOTICES AND COMMUNICATION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Streamlined Communication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829A-4F18-B616-AE86-14EBD7CA5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Management can send notices, announcements, and updates to all employees.</a:t>
            </a:r>
          </a:p>
          <a:p>
            <a:pPr lvl="0"/>
            <a:r>
              <a:rPr lang="en-US" dirty="0"/>
              <a:t>Employees receive alerts on schedules, meetings, and policy changes.</a:t>
            </a:r>
          </a:p>
          <a:p>
            <a:pPr lvl="0"/>
            <a:r>
              <a:rPr lang="en-US" dirty="0"/>
              <a:t>Reduces miscommunication and delays in information flow.</a:t>
            </a:r>
          </a:p>
          <a:p>
            <a:pPr lvl="0"/>
            <a:r>
              <a:rPr lang="en-US" dirty="0"/>
              <a:t>Example: HR sends a notice about a mandatory training session, and all staff receive it instantly on the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09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C8A8-28EB-5E4F-3963-593BED81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3178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BURSARY AND FINANCIAL SUPPORT MANAGEMENT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Supporting Employee and Student Welfare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D01B-1687-7959-D61B-63F233BA5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Employees or eligible students can apply for bursaries directly through the system.</a:t>
            </a:r>
          </a:p>
          <a:p>
            <a:pPr lvl="0"/>
            <a:r>
              <a:rPr lang="en-US" dirty="0"/>
              <a:t>Application status can be tracked in real-time.</a:t>
            </a:r>
          </a:p>
          <a:p>
            <a:pPr lvl="0"/>
            <a:r>
              <a:rPr lang="en-US" dirty="0"/>
              <a:t>Management can approve, reject, or request additional information digitally.</a:t>
            </a:r>
          </a:p>
          <a:p>
            <a:pPr lvl="0"/>
            <a:r>
              <a:rPr lang="en-US" dirty="0"/>
              <a:t>Example: A staff member applying for a child’s school bursary receives updates on the approval process instantly.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2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67B1-4816-4D58-428D-C95115EB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2019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TECHNOLOGY AND INNOVATION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How Smart Shift Works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09AA0-F9F5-AFA0-F5B1-A0B9A7C1D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991" y="2266672"/>
            <a:ext cx="9905999" cy="3541714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/>
              <a:t>Database-driven system storing all employee, shift, payroll, patient, and bursary data.</a:t>
            </a:r>
          </a:p>
          <a:p>
            <a:pPr lvl="0"/>
            <a:r>
              <a:rPr lang="en-US" dirty="0"/>
              <a:t>Automated calculations reduce human error in payroll, shifts, and attendance.</a:t>
            </a:r>
          </a:p>
          <a:p>
            <a:pPr lvl="0"/>
            <a:r>
              <a:rPr lang="en-US" dirty="0"/>
              <a:t>Accessible via desktop or mobile devices for real-time interaction.</a:t>
            </a:r>
          </a:p>
          <a:p>
            <a:pPr lvl="0"/>
            <a:r>
              <a:rPr lang="en-US" dirty="0"/>
              <a:t>User-friendly interface simplifies navigation for both employees and administrators.</a:t>
            </a:r>
          </a:p>
          <a:p>
            <a:pPr lvl="0"/>
            <a:r>
              <a:rPr lang="en-US" dirty="0"/>
              <a:t>Example: Remote staff can check shifts, view reports, or download </a:t>
            </a:r>
            <a:r>
              <a:rPr lang="en-US" dirty="0" err="1"/>
              <a:t>payslips</a:t>
            </a:r>
            <a:r>
              <a:rPr lang="en-US" dirty="0"/>
              <a:t> from home.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7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DF60-31FF-39AA-4D3B-1D13C823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17619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GENDER AND ACCESSIBILITY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Inclusive Design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E489E-B98A-FC31-B271-50F3D9A1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Ensures equal access to all employees regardless of gender.</a:t>
            </a:r>
          </a:p>
          <a:p>
            <a:pPr lvl="0"/>
            <a:r>
              <a:rPr lang="en-US" dirty="0"/>
              <a:t>Reduces bias in shift allocation, payroll, and bursary distribution.</a:t>
            </a:r>
          </a:p>
          <a:p>
            <a:pPr lvl="0"/>
            <a:r>
              <a:rPr lang="en-US" dirty="0"/>
              <a:t>Supports employees working remotely or in different locations.</a:t>
            </a:r>
          </a:p>
          <a:p>
            <a:pPr lvl="0"/>
            <a:r>
              <a:rPr lang="en-US" dirty="0"/>
              <a:t>Example: Female night-shift workers can confirm hours and overtime without manual HR approval.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715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1F5F-DEE3-0640-2FF8-2EA54CCF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22663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IMPACT ON ORGANIZATIONAL EFFICIENCY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Why Organizations Benefit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ED1B2-A23E-7972-D040-92C76D68A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Faster payroll and shift management processes.</a:t>
            </a:r>
          </a:p>
          <a:p>
            <a:pPr lvl="0"/>
            <a:r>
              <a:rPr lang="en-US" dirty="0"/>
              <a:t>Reduced human error and improved accuracy in records.</a:t>
            </a:r>
          </a:p>
          <a:p>
            <a:pPr lvl="0"/>
            <a:r>
              <a:rPr lang="en-US" dirty="0"/>
              <a:t>Enhances transparency and accountability in employee management.</a:t>
            </a:r>
          </a:p>
          <a:p>
            <a:pPr lvl="0"/>
            <a:r>
              <a:rPr lang="en-US" dirty="0"/>
              <a:t>Improves communication and workflow across departments.</a:t>
            </a:r>
          </a:p>
          <a:p>
            <a:pPr lvl="0"/>
            <a:r>
              <a:rPr lang="en-US" dirty="0"/>
              <a:t>Example: A hospital reduces time spent on admitting patients, scheduling shifts, and calculating salaries from days to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9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98BC-F83C-B413-3552-69F85046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209892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CONCLUSION</a:t>
            </a:r>
            <a:br>
              <a:rPr lang="en-US" b="1" dirty="0"/>
            </a:br>
            <a:br>
              <a:rPr lang="en-US" b="1" dirty="0"/>
            </a:br>
            <a:br>
              <a:rPr lang="en-US" dirty="0"/>
            </a:br>
            <a:r>
              <a:rPr lang="en-US" sz="2700" b="1" dirty="0"/>
              <a:t>Summary of Smart Shift Innovation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EAFB5-435F-E710-D59A-51CEC9908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Smart Shift integrates payroll, attendance, shift management, employee self-service, patient admission, reports, and bursary management.</a:t>
            </a:r>
          </a:p>
          <a:p>
            <a:pPr lvl="0"/>
            <a:r>
              <a:rPr lang="en-US" dirty="0"/>
              <a:t>Addresses challenges such as manual errors, delayed payments, inefficient record-keeping, and communication gaps.</a:t>
            </a:r>
          </a:p>
          <a:p>
            <a:pPr lvl="0"/>
            <a:r>
              <a:rPr lang="en-US" dirty="0"/>
              <a:t>Benefits both employees and administrators through </a:t>
            </a:r>
            <a:r>
              <a:rPr lang="en-US" b="1" dirty="0"/>
              <a:t>efficiency, transparency, and accessibility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Promotes equality, gender awareness, and digital innovation in modern organizational management.</a:t>
            </a:r>
          </a:p>
          <a:p>
            <a:pPr lvl="0"/>
            <a:r>
              <a:rPr lang="en-US" dirty="0"/>
              <a:t>Represents a significant advancement in workplace management and employee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8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{7B7AB481-61EB-4524-BB2F-F3CF3AEBBCAF}TF6d5feb1e-e145-43f1-b745-cb4b54c5ee975d365c52-ce22229b0e48</Template>
  <TotalTime>56</TotalTime>
  <Words>875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  SMARTSHIFT MANAGEMENT – INNOVATION IN EMPLOYEE AND ORGANIZATIONAL MANAGEMENT</vt:lpstr>
      <vt:lpstr>INTRODUCTION   What is Smart Shift Management? </vt:lpstr>
      <vt:lpstr>CORE FEATURES OF SMARTSHIFT   Employee Self-Service </vt:lpstr>
      <vt:lpstr>ATTENDANCE AND SHIFT MANAGEMENT   Automated Attendance Tracking </vt:lpstr>
      <vt:lpstr>PAYROLL MANAGEMENT   Automated Payroll Functions </vt:lpstr>
      <vt:lpstr>REPORTS AND DATA ANALYTICS   Comprehensive Reporting </vt:lpstr>
      <vt:lpstr>PATIENT ADMISSION AND RECORD MANAGEMENT   Hospital/Clinic Integration </vt:lpstr>
      <vt:lpstr>INTERNAL NOTICES AND COMMUNICATION   Streamlined Communication </vt:lpstr>
      <vt:lpstr>BURSARY AND FINANCIAL SUPPORT MANAGEMENT   Supporting Employee and Student Welfare </vt:lpstr>
      <vt:lpstr>TECHNOLOGY AND INNOVATION   How Smart Shift Works </vt:lpstr>
      <vt:lpstr>GENDER AND ACCESSIBILITY   Inclusive Design </vt:lpstr>
      <vt:lpstr>IMPACT ON ORGANIZATIONAL EFFICIENCY   Why Organizations Benefit </vt:lpstr>
      <vt:lpstr>CONCLUSION   Summary of Smart Shift Innovation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KIPNGENOMTAI</dc:creator>
  <cp:lastModifiedBy>KIPNGENOMTAI</cp:lastModifiedBy>
  <cp:revision>3</cp:revision>
  <dcterms:created xsi:type="dcterms:W3CDTF">2026-01-14T20:02:06Z</dcterms:created>
  <dcterms:modified xsi:type="dcterms:W3CDTF">2026-01-16T15:51:53Z</dcterms:modified>
</cp:coreProperties>
</file>